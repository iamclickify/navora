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-49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6533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b="1" dirty="0"/>
              <a:t>Development of an intelligent freight forecasting model for optimized vessel chartering and bulk cargo procurement from overseas to eastern coast of India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7507</TotalTime>
  <Words>360</Words>
  <Application>Microsoft Office PowerPoint</Application>
  <PresentationFormat>Widescreen</PresentationFormat>
  <Paragraphs>63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Shubham Teredesai</cp:lastModifiedBy>
  <cp:revision>149</cp:revision>
  <dcterms:created xsi:type="dcterms:W3CDTF">2013-12-12T18:46:50Z</dcterms:created>
  <dcterms:modified xsi:type="dcterms:W3CDTF">2026-09-01T16:34:54Z</dcterms:modified>
  <cp:category/>
</cp:coreProperties>
</file>